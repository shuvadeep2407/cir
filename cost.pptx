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4" r:id="rId9"/>
    <p:sldId id="265" r:id="rId10"/>
    <p:sldId id="269" r:id="rId11"/>
    <p:sldId id="268" r:id="rId12"/>
    <p:sldId id="2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>
        <p:scale>
          <a:sx n="75" d="100"/>
          <a:sy n="75" d="100"/>
        </p:scale>
        <p:origin x="1872" y="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BA74F-C12E-4A3D-81BE-E18C49C4741A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CE0B8-6B2D-4EAB-9D72-060C91D5B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33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BA74F-C12E-4A3D-81BE-E18C49C4741A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CE0B8-6B2D-4EAB-9D72-060C91D5B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113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BA74F-C12E-4A3D-81BE-E18C49C4741A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CE0B8-6B2D-4EAB-9D72-060C91D5B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221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BA74F-C12E-4A3D-81BE-E18C49C4741A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CE0B8-6B2D-4EAB-9D72-060C91D5B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573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BA74F-C12E-4A3D-81BE-E18C49C4741A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CE0B8-6B2D-4EAB-9D72-060C91D5B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900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BA74F-C12E-4A3D-81BE-E18C49C4741A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CE0B8-6B2D-4EAB-9D72-060C91D5B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167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BA74F-C12E-4A3D-81BE-E18C49C4741A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CE0B8-6B2D-4EAB-9D72-060C91D5B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586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BA74F-C12E-4A3D-81BE-E18C49C4741A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CE0B8-6B2D-4EAB-9D72-060C91D5B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302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BA74F-C12E-4A3D-81BE-E18C49C4741A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CE0B8-6B2D-4EAB-9D72-060C91D5B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044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BA74F-C12E-4A3D-81BE-E18C49C4741A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CE0B8-6B2D-4EAB-9D72-060C91D5B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552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BA74F-C12E-4A3D-81BE-E18C49C4741A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CE0B8-6B2D-4EAB-9D72-060C91D5B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37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CBA74F-C12E-4A3D-81BE-E18C49C4741A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BCE0B8-6B2D-4EAB-9D72-060C91D5B0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266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578" y="75031"/>
            <a:ext cx="9715500" cy="663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476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659" y="333915"/>
            <a:ext cx="10058400" cy="265481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659" y="2988734"/>
            <a:ext cx="4373562" cy="354445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5277" y="2843925"/>
            <a:ext cx="5114726" cy="3834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253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347" y="658938"/>
            <a:ext cx="8649907" cy="248637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347" y="2881069"/>
            <a:ext cx="5556250" cy="374229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0" y="3068961"/>
            <a:ext cx="4867275" cy="3632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230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572" y="13811"/>
            <a:ext cx="9716856" cy="683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711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336167"/>
            <a:ext cx="6153150" cy="595985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5600" y="1371301"/>
            <a:ext cx="4701379" cy="3610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990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" y="628650"/>
            <a:ext cx="8572500" cy="574413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2450" y="1697154"/>
            <a:ext cx="3488787" cy="2582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328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07" y="249632"/>
            <a:ext cx="9364382" cy="6325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291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99" y="358775"/>
            <a:ext cx="5531988" cy="54959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5610" y="1385208"/>
            <a:ext cx="4971130" cy="3687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086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0" y="444550"/>
            <a:ext cx="7574956" cy="581822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26" t="24277" r="23586" b="21510"/>
          <a:stretch/>
        </p:blipFill>
        <p:spPr>
          <a:xfrm>
            <a:off x="8133756" y="1673526"/>
            <a:ext cx="3531406" cy="266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219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" y="304322"/>
            <a:ext cx="9105722" cy="6353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4355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60" y="280295"/>
            <a:ext cx="4694897" cy="323487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8591" y="280295"/>
            <a:ext cx="5046266" cy="313909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360" y="3621698"/>
            <a:ext cx="4704657" cy="314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3071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747" y="241300"/>
            <a:ext cx="6512953" cy="6418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542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turja mazumder</dc:creator>
  <cp:lastModifiedBy>turja mazumder</cp:lastModifiedBy>
  <cp:revision>17</cp:revision>
  <dcterms:created xsi:type="dcterms:W3CDTF">2026-06-30T18:22:57Z</dcterms:created>
  <dcterms:modified xsi:type="dcterms:W3CDTF">2026-06-30T20:12:54Z</dcterms:modified>
</cp:coreProperties>
</file>