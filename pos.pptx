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36" y="-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728B-622E-41FA-86F9-A3D2397820D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BCC8-C23E-4477-BB36-5955C8EF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1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728B-622E-41FA-86F9-A3D2397820D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BCC8-C23E-4477-BB36-5955C8EF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49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728B-622E-41FA-86F9-A3D2397820D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BCC8-C23E-4477-BB36-5955C8EF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18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728B-622E-41FA-86F9-A3D2397820D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BCC8-C23E-4477-BB36-5955C8EF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23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728B-622E-41FA-86F9-A3D2397820D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BCC8-C23E-4477-BB36-5955C8EF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7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728B-622E-41FA-86F9-A3D2397820D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BCC8-C23E-4477-BB36-5955C8EF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4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728B-622E-41FA-86F9-A3D2397820D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BCC8-C23E-4477-BB36-5955C8EF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68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728B-622E-41FA-86F9-A3D2397820D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BCC8-C23E-4477-BB36-5955C8EF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76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728B-622E-41FA-86F9-A3D2397820D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BCC8-C23E-4477-BB36-5955C8EF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10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728B-622E-41FA-86F9-A3D2397820D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BCC8-C23E-4477-BB36-5955C8EF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32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728B-622E-41FA-86F9-A3D2397820D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BCC8-C23E-4477-BB36-5955C8EF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2728B-622E-41FA-86F9-A3D2397820D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FBCC8-C23E-4477-BB36-5955C8EF3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8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701674"/>
          </a:xfrm>
        </p:spPr>
        <p:txBody>
          <a:bodyPr/>
          <a:lstStyle/>
          <a:p>
            <a:r>
              <a:rPr lang="en-US" dirty="0" smtClean="0"/>
              <a:t>Radar Position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8" y="1066801"/>
            <a:ext cx="6261168" cy="5375563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086598" y="1209675"/>
            <a:ext cx="2377440" cy="2377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Radar</a:t>
            </a:r>
          </a:p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r>
              <a:rPr lang="en-US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260m</a:t>
            </a:r>
            <a:endParaRPr lang="en-US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113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r="19325"/>
          <a:stretch/>
        </p:blipFill>
        <p:spPr>
          <a:xfrm>
            <a:off x="518885" y="97971"/>
            <a:ext cx="5286829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16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9259"/>
          <a:stretch/>
        </p:blipFill>
        <p:spPr>
          <a:xfrm>
            <a:off x="292923" y="-1"/>
            <a:ext cx="5556333" cy="688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23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19270"/>
          <a:stretch/>
        </p:blipFill>
        <p:spPr>
          <a:xfrm>
            <a:off x="700484" y="0"/>
            <a:ext cx="5509816" cy="682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5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282" y="0"/>
            <a:ext cx="5909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17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76200" y="274320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5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</Words>
  <Application>Microsoft Office PowerPoint</Application>
  <PresentationFormat>A4 Paper (210x297 mm)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Radar Position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 Position </dc:title>
  <dc:creator>turja mazumder</dc:creator>
  <cp:lastModifiedBy>turja mazumder</cp:lastModifiedBy>
  <cp:revision>10</cp:revision>
  <dcterms:created xsi:type="dcterms:W3CDTF">2026-06-28T03:57:20Z</dcterms:created>
  <dcterms:modified xsi:type="dcterms:W3CDTF">2026-06-28T06:39:34Z</dcterms:modified>
</cp:coreProperties>
</file>